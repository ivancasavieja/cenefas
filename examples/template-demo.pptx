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338560" cy="5760720"/>
          </a:xfrm>
          <a:prstGeom prst="rect">
            <a:avLst/>
          </a:prstGeom>
          <a:solidFill>
            <a:srgbClr val="F6D8DE"/>
          </a:solidFill>
          <a:ln w="12700">
            <a:solidFill>
              <a:srgbClr val="5A41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2926080" cy="5760720"/>
          </a:xfrm>
          <a:prstGeom prst="rect">
            <a:avLst/>
          </a:prstGeom>
          <a:solidFill>
            <a:srgbClr val="C5D3D9"/>
          </a:solidFill>
          <a:ln w="12700">
            <a:solidFill>
              <a:srgbClr val="5A41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5943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 : {{COD}}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49040" y="109728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A32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{{DESC}}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749040" y="3154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53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 REGULAR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34564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U$S {{PR}}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74904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D4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OFERTA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749040" y="4526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D4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U$S {{PO}}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Imagen del producto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{{COD}}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Local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demo de cenefas</dc:title>
  <dc:subject>Template demo para generador de cenefas</dc:subject>
  <dc:creator>Codex</dc:creator>
  <cp:lastModifiedBy>Codex</cp:lastModifiedBy>
  <cp:revision>1</cp:revision>
  <dcterms:created xsi:type="dcterms:W3CDTF">2026-04-14T03:44:41Z</dcterms:created>
  <dcterms:modified xsi:type="dcterms:W3CDTF">2026-04-14T03:44:41Z</dcterms:modified>
</cp:coreProperties>
</file>